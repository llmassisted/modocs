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1"/>
    <p:sldId id="257" r:id="s2"/>
  </p:sldIdLst>
  <p:sldSz cx="9144000" cy="6858000"/>
</p:presentation>
</file>

<file path=ppt/_rels/presentation.xml.rels><Relationships xmlns="http://schemas.openxmlformats.org/package/2006/relationships"><Relationship Id="s1" Type="http://schemas.openxmlformats.org/officeDocument/2006/relationships/slide" Target="slides/slide1.xml"/><Relationship Id="s2" Type="http://schemas.openxmlformats.org/officeDocument/2006/relationships/slide" Target="slides/slide2.xml"/></Relationships>
</file>

<file path=ppt/slides/slide1.xml><broken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/>
        </p:nvSpPr>
        <p:spPr>
          <a:xfrm>
            <a:off x="0" y="0"/>
            <a:ext cx="9144000" cy="1000000"/>
          </a:xfrm>
        </p:spPr>
        <p:txBody>
          <a:bodyPr/>
          <a:lstStyle/>
          <a:p>
            <a:r>
              <a:t>Recovered slide</a:t>
            </a:r>
          </a:p>
        </p:txBody>
      </p:sp>
    </p:spTree>
  </p:cSld>
</p:sld>
</file>